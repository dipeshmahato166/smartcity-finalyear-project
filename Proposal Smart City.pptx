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66" r:id="rId4"/>
    <p:sldId id="267" r:id="rId5"/>
    <p:sldId id="268" r:id="rId6"/>
    <p:sldId id="274" r:id="rId7"/>
    <p:sldId id="276" r:id="rId8"/>
    <p:sldId id="269" r:id="rId9"/>
    <p:sldId id="272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D393AB-7208-426D-A164-30D68AFA1588}" v="21" dt="2026-06-19T07:34:20.9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 Kumar Sah" userId="59b658e7aedb8290" providerId="LiveId" clId="{0CEE3817-A680-4057-B8E8-91022D36B18B}"/>
    <pc:docChg chg="undo custSel addSld delSld modSld sldOrd">
      <pc:chgData name="Raja Kumar Sah" userId="59b658e7aedb8290" providerId="LiveId" clId="{0CEE3817-A680-4057-B8E8-91022D36B18B}" dt="2026-06-19T07:35:38.618" v="379" actId="14100"/>
      <pc:docMkLst>
        <pc:docMk/>
      </pc:docMkLst>
      <pc:sldChg chg="modSp mod">
        <pc:chgData name="Raja Kumar Sah" userId="59b658e7aedb8290" providerId="LiveId" clId="{0CEE3817-A680-4057-B8E8-91022D36B18B}" dt="2026-06-19T06:52:34.685" v="32" actId="20577"/>
        <pc:sldMkLst>
          <pc:docMk/>
          <pc:sldMk cId="3984377183" sldId="265"/>
        </pc:sldMkLst>
        <pc:spChg chg="mod">
          <ac:chgData name="Raja Kumar Sah" userId="59b658e7aedb8290" providerId="LiveId" clId="{0CEE3817-A680-4057-B8E8-91022D36B18B}" dt="2026-06-19T06:52:34.685" v="32" actId="20577"/>
          <ac:spMkLst>
            <pc:docMk/>
            <pc:sldMk cId="3984377183" sldId="265"/>
            <ac:spMk id="3" creationId="{1889CB09-2F2D-D03C-82E7-F77AA1547AB4}"/>
          </ac:spMkLst>
        </pc:spChg>
      </pc:sldChg>
      <pc:sldChg chg="modSp mod">
        <pc:chgData name="Raja Kumar Sah" userId="59b658e7aedb8290" providerId="LiveId" clId="{0CEE3817-A680-4057-B8E8-91022D36B18B}" dt="2026-06-19T06:57:06.221" v="36" actId="2711"/>
        <pc:sldMkLst>
          <pc:docMk/>
          <pc:sldMk cId="2567995578" sldId="267"/>
        </pc:sldMkLst>
        <pc:spChg chg="mod">
          <ac:chgData name="Raja Kumar Sah" userId="59b658e7aedb8290" providerId="LiveId" clId="{0CEE3817-A680-4057-B8E8-91022D36B18B}" dt="2026-06-19T06:57:06.221" v="36" actId="2711"/>
          <ac:spMkLst>
            <pc:docMk/>
            <pc:sldMk cId="2567995578" sldId="267"/>
            <ac:spMk id="3" creationId="{F2F02E0F-FF2F-A8FB-2FDD-0AC9FB744433}"/>
          </ac:spMkLst>
        </pc:spChg>
      </pc:sldChg>
      <pc:sldChg chg="modSp mod">
        <pc:chgData name="Raja Kumar Sah" userId="59b658e7aedb8290" providerId="LiveId" clId="{0CEE3817-A680-4057-B8E8-91022D36B18B}" dt="2026-06-19T07:12:39.233" v="293" actId="20577"/>
        <pc:sldMkLst>
          <pc:docMk/>
          <pc:sldMk cId="865754076" sldId="268"/>
        </pc:sldMkLst>
        <pc:spChg chg="mod">
          <ac:chgData name="Raja Kumar Sah" userId="59b658e7aedb8290" providerId="LiveId" clId="{0CEE3817-A680-4057-B8E8-91022D36B18B}" dt="2026-06-19T07:12:39.233" v="293" actId="20577"/>
          <ac:spMkLst>
            <pc:docMk/>
            <pc:sldMk cId="865754076" sldId="268"/>
            <ac:spMk id="3" creationId="{D3448047-8618-56E7-4AE4-CFB0A551C4E2}"/>
          </ac:spMkLst>
        </pc:spChg>
      </pc:sldChg>
      <pc:sldChg chg="modSp mod">
        <pc:chgData name="Raja Kumar Sah" userId="59b658e7aedb8290" providerId="LiveId" clId="{0CEE3817-A680-4057-B8E8-91022D36B18B}" dt="2026-06-19T07:15:57.236" v="351" actId="20577"/>
        <pc:sldMkLst>
          <pc:docMk/>
          <pc:sldMk cId="3099306579" sldId="269"/>
        </pc:sldMkLst>
        <pc:spChg chg="mod">
          <ac:chgData name="Raja Kumar Sah" userId="59b658e7aedb8290" providerId="LiveId" clId="{0CEE3817-A680-4057-B8E8-91022D36B18B}" dt="2026-06-19T07:15:57.236" v="351" actId="20577"/>
          <ac:spMkLst>
            <pc:docMk/>
            <pc:sldMk cId="3099306579" sldId="269"/>
            <ac:spMk id="3" creationId="{AD6B8AF1-14C7-03A2-9D1C-F01598C2F16E}"/>
          </ac:spMkLst>
        </pc:spChg>
      </pc:sldChg>
      <pc:sldChg chg="modSp new del">
        <pc:chgData name="Raja Kumar Sah" userId="59b658e7aedb8290" providerId="LiveId" clId="{0CEE3817-A680-4057-B8E8-91022D36B18B}" dt="2026-06-19T07:00:35.398" v="40" actId="47"/>
        <pc:sldMkLst>
          <pc:docMk/>
          <pc:sldMk cId="1062517210" sldId="273"/>
        </pc:sldMkLst>
        <pc:spChg chg="mod">
          <ac:chgData name="Raja Kumar Sah" userId="59b658e7aedb8290" providerId="LiveId" clId="{0CEE3817-A680-4057-B8E8-91022D36B18B}" dt="2026-06-19T07:00:22.184" v="38"/>
          <ac:spMkLst>
            <pc:docMk/>
            <pc:sldMk cId="1062517210" sldId="273"/>
            <ac:spMk id="2" creationId="{5B450565-B014-7509-0EE0-E3399189DACC}"/>
          </ac:spMkLst>
        </pc:spChg>
      </pc:sldChg>
      <pc:sldChg chg="addSp delSp modSp add mod ord">
        <pc:chgData name="Raja Kumar Sah" userId="59b658e7aedb8290" providerId="LiveId" clId="{0CEE3817-A680-4057-B8E8-91022D36B18B}" dt="2026-06-19T07:02:41.462" v="55"/>
        <pc:sldMkLst>
          <pc:docMk/>
          <pc:sldMk cId="3594483014" sldId="274"/>
        </pc:sldMkLst>
        <pc:spChg chg="mod">
          <ac:chgData name="Raja Kumar Sah" userId="59b658e7aedb8290" providerId="LiveId" clId="{0CEE3817-A680-4057-B8E8-91022D36B18B}" dt="2026-06-19T07:00:46.939" v="42" actId="113"/>
          <ac:spMkLst>
            <pc:docMk/>
            <pc:sldMk cId="3594483014" sldId="274"/>
            <ac:spMk id="2" creationId="{33C4BEB8-8793-FA38-2E45-3D9E53F6C17D}"/>
          </ac:spMkLst>
        </pc:spChg>
        <pc:spChg chg="del mod">
          <ac:chgData name="Raja Kumar Sah" userId="59b658e7aedb8290" providerId="LiveId" clId="{0CEE3817-A680-4057-B8E8-91022D36B18B}" dt="2026-06-19T07:01:05.117" v="45"/>
          <ac:spMkLst>
            <pc:docMk/>
            <pc:sldMk cId="3594483014" sldId="274"/>
            <ac:spMk id="3" creationId="{C8811836-7A10-6486-4669-FD9E06FD1A7A}"/>
          </ac:spMkLst>
        </pc:spChg>
        <pc:picChg chg="add mod">
          <ac:chgData name="Raja Kumar Sah" userId="59b658e7aedb8290" providerId="LiveId" clId="{0CEE3817-A680-4057-B8E8-91022D36B18B}" dt="2026-06-19T07:02:28.700" v="53" actId="1076"/>
          <ac:picMkLst>
            <pc:docMk/>
            <pc:sldMk cId="3594483014" sldId="274"/>
            <ac:picMk id="4" creationId="{25579F3D-E719-4C9C-846C-A1650E561071}"/>
          </ac:picMkLst>
        </pc:picChg>
      </pc:sldChg>
      <pc:sldChg chg="modSp add mod">
        <pc:chgData name="Raja Kumar Sah" userId="59b658e7aedb8290" providerId="LiveId" clId="{0CEE3817-A680-4057-B8E8-91022D36B18B}" dt="2026-06-19T07:35:38.618" v="379" actId="14100"/>
        <pc:sldMkLst>
          <pc:docMk/>
          <pc:sldMk cId="1241734383" sldId="275"/>
        </pc:sldMkLst>
        <pc:spChg chg="mod">
          <ac:chgData name="Raja Kumar Sah" userId="59b658e7aedb8290" providerId="LiveId" clId="{0CEE3817-A680-4057-B8E8-91022D36B18B}" dt="2026-06-19T07:14:11.295" v="339" actId="2711"/>
          <ac:spMkLst>
            <pc:docMk/>
            <pc:sldMk cId="1241734383" sldId="275"/>
            <ac:spMk id="2" creationId="{C2E2550D-F4B0-9465-1ED2-07D28EDDCD31}"/>
          </ac:spMkLst>
        </pc:spChg>
        <pc:spChg chg="mod">
          <ac:chgData name="Raja Kumar Sah" userId="59b658e7aedb8290" providerId="LiveId" clId="{0CEE3817-A680-4057-B8E8-91022D36B18B}" dt="2026-06-19T07:35:38.618" v="379" actId="14100"/>
          <ac:spMkLst>
            <pc:docMk/>
            <pc:sldMk cId="1241734383" sldId="275"/>
            <ac:spMk id="3" creationId="{747E2388-1BFD-7DD9-8E3B-5D45232F8DEF}"/>
          </ac:spMkLst>
        </pc:spChg>
      </pc:sldChg>
      <pc:sldChg chg="modSp add mod">
        <pc:chgData name="Raja Kumar Sah" userId="59b658e7aedb8290" providerId="LiveId" clId="{0CEE3817-A680-4057-B8E8-91022D36B18B}" dt="2026-06-19T07:35:07.149" v="378" actId="20577"/>
        <pc:sldMkLst>
          <pc:docMk/>
          <pc:sldMk cId="374806368" sldId="276"/>
        </pc:sldMkLst>
        <pc:spChg chg="mod">
          <ac:chgData name="Raja Kumar Sah" userId="59b658e7aedb8290" providerId="LiveId" clId="{0CEE3817-A680-4057-B8E8-91022D36B18B}" dt="2026-06-19T07:33:34.738" v="366" actId="20577"/>
          <ac:spMkLst>
            <pc:docMk/>
            <pc:sldMk cId="374806368" sldId="276"/>
            <ac:spMk id="2" creationId="{70676B41-051E-B503-ED03-A18F0751EB8C}"/>
          </ac:spMkLst>
        </pc:spChg>
        <pc:spChg chg="mod">
          <ac:chgData name="Raja Kumar Sah" userId="59b658e7aedb8290" providerId="LiveId" clId="{0CEE3817-A680-4057-B8E8-91022D36B18B}" dt="2026-06-19T07:35:07.149" v="378" actId="20577"/>
          <ac:spMkLst>
            <pc:docMk/>
            <pc:sldMk cId="374806368" sldId="276"/>
            <ac:spMk id="3" creationId="{45DBBA8F-B740-A0D5-B458-8BC618386AB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092C7-9A84-ECC7-C468-501EA4D139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E2723-2A2C-3313-A7B9-6F34B346F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991FF-BBB2-F5C3-547B-E14405A6C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AEA3-5D6B-491E-BE69-8A534EBD783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4804C-D09A-392D-6D0D-838244F1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DCB77-2303-AED7-51D4-927D9B557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21B4-79A3-4482-9A0F-8A3DCCD2D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69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4E828-1358-3B12-C969-BC22BA269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31F12-F935-6B2F-2107-48B589CC4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A6DFC-D948-165A-05DC-AF68D2691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AEA3-5D6B-491E-BE69-8A534EBD783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38E96-2107-58EF-E954-1BA76E7A0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BE099-A800-7A70-0654-A49317A39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21B4-79A3-4482-9A0F-8A3DCCD2D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35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A6954-0D1F-1C28-F06D-AE4C517F7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2F63F-6A20-6B60-9BDB-4FD5FE35A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5AF34-3EA8-400A-D4CF-AEF82B50A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AEA3-5D6B-491E-BE69-8A534EBD783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6C36A-925A-A018-5C69-E42CC5CE0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93B21-AC8B-C33B-655F-22A16014C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21B4-79A3-4482-9A0F-8A3DCCD2D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249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E861C-E901-D34B-D533-804DC3509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72576-62CB-D9E3-2C0D-18C2C43A2A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49F21-93F8-AD83-3DCA-06A13118D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18F72-C24B-26B2-FDD7-24FA6F40F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AEA3-5D6B-491E-BE69-8A534EBD783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755F3-2649-07C7-2213-C463E4FFE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B8B70-569C-445B-DDB9-64E3BA749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21B4-79A3-4482-9A0F-8A3DCCD2D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33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91F32-4CAD-BF2A-7ADB-F574C7A10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B3ED4-B0FF-2E08-A70F-79826C367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24B578-CDEE-29F2-61AA-A9E0D561C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6C19C6-18A4-E445-03FD-BEA3B23CB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E13957-B52F-42EE-DEF9-DE1FAE7051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110936-EDF0-D475-4FFA-96ECDF994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AEA3-5D6B-491E-BE69-8A534EBD783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B69FED-155E-99D3-C58E-0ECF4302C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5A298-5E66-9576-530E-08209994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21B4-79A3-4482-9A0F-8A3DCCD2D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93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8E23C-B234-238F-1CCC-0A92EDA52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4DEBB9-6F03-0820-B3CA-F63F0F34F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AEA3-5D6B-491E-BE69-8A534EBD783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C60523-0F4D-0870-E7B9-1F92CC513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9A21B1-244D-453B-F5FB-578B4D9F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21B4-79A3-4482-9A0F-8A3DCCD2D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299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3E715-1F08-94E8-9DEC-817D4E611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AEA3-5D6B-491E-BE69-8A534EBD783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045A64-1759-EB46-F530-B6B618FAE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A5C0F-E63A-4EB4-44D8-80F879EE3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21B4-79A3-4482-9A0F-8A3DCCD2D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578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A84E4-96A3-AAD8-2D4F-76A63EB77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6418D-AFC4-A4E0-19E3-48F014211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B9B77-026A-0C12-F589-8E1A1AB64B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3FB49-DE2C-0B27-4351-7C3F60239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AEA3-5D6B-491E-BE69-8A534EBD783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D035C0-9BA2-7E31-9291-BF1A064A9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81DD4-5434-93C2-666F-0F6DE2FC0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21B4-79A3-4482-9A0F-8A3DCCD2D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311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E6721-C50D-397A-6E97-1EA3E33E7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41C593-B9B0-971B-7454-DB3E27A4C2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BB1C3-EC91-F739-0796-556D022AB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E5BAC-41A9-1CDD-3D0B-F5DA0987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AEA3-5D6B-491E-BE69-8A534EBD783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A54DD-CCBE-3513-B948-0EFFB8484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2ECA2-715B-C230-4B9A-33B102748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21B4-79A3-4482-9A0F-8A3DCCD2D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82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481D-E481-6D09-CF3F-795BE8A01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82B87-7414-9ED1-49A2-73005ACF1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9C5DA-1F13-B838-81BA-1FC5C01A1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AEA3-5D6B-491E-BE69-8A534EBD783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95EE5-4F17-11AB-6DC1-704C7DFE1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76B22-85FF-923C-0D57-56BFC6C2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21B4-79A3-4482-9A0F-8A3DCCD2D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033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11CC00-FAEA-4631-DA0B-41ABFBA0A9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846E2D-1DC9-9741-D18B-D56B262F1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6CC60-2574-1D31-95B2-BD20C8DF0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AEA3-5D6B-491E-BE69-8A534EBD783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0728C-3371-7E53-D17B-7C15CF119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E0D1B-416C-CB80-2660-A7F67465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C21B4-79A3-4482-9A0F-8A3DCCD2D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55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8CA93-70BF-81B7-7BDA-9A2533497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F971B-7482-FF7F-039B-5C6FDF017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605DF-52F4-3590-6F92-25D23421FC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2AEA3-5D6B-491E-BE69-8A534EBD783D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2EA04-1DD6-0873-1382-A34E84D1C1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618F8-75D8-B60E-120E-CE9E79A4C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C21B4-79A3-4482-9A0F-8A3DCCD2D3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553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89CB09-2F2D-D03C-82E7-F77AA1547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022" y="272374"/>
            <a:ext cx="11391089" cy="6031149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Pokhara University and Madan Bhandari Memorial Academy Nepal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(Joint constituent college)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Madan Bhandari College of Engineering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Urlabri-03, Morang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(II) Proposal Defence on:-</a:t>
            </a: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City Information Portal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	</a:t>
            </a:r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</a:t>
            </a:r>
          </a:p>
          <a:p>
            <a:pPr algn="l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 Kumar Sah                                                          Department of Computer Engineering</a:t>
            </a:r>
          </a:p>
          <a:p>
            <a:pPr algn="l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Dipesh Kumar Mahato</a:t>
            </a:r>
          </a:p>
          <a:p>
            <a:pPr algn="l"/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Khatiwada</a:t>
            </a:r>
          </a:p>
          <a:p>
            <a:pPr algn="l"/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Kajjal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Chamlagain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                              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5A659-7240-561E-CAAB-1FE44E649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483" y="55659"/>
            <a:ext cx="1743075" cy="15734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AEDDDB-AD8D-9EF5-E69B-790D86D5B9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9" y="55659"/>
            <a:ext cx="2217907" cy="170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377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3673C-3088-781F-3864-8F734E414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404"/>
            <a:ext cx="9144000" cy="1202725"/>
          </a:xfrm>
        </p:spPr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E9373E-F3BB-5DA4-3FCA-68BFDCFA6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27870"/>
            <a:ext cx="9144000" cy="2440459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City Information Portal is a web-based system that provides centralized access to city information and services. It improves communication, transparency, and efficiency in urban management through digital technology.</a:t>
            </a:r>
          </a:p>
        </p:txBody>
      </p:sp>
    </p:spTree>
    <p:extLst>
      <p:ext uri="{BB962C8B-B14F-4D97-AF65-F5344CB8AC3E}">
        <p14:creationId xmlns:p14="http://schemas.microsoft.com/office/powerpoint/2010/main" val="3075327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F565D-EC46-43CF-706D-28E694B67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324" y="1096940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6F1F2-E5F1-3542-A39D-01B1D1C61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324" y="2583505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a centralized digital platform for city information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Citizens face difficulty accessing updated public services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Communication gap between authorities and residents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systems lead to delays and inefficiency</a:t>
            </a:r>
          </a:p>
        </p:txBody>
      </p:sp>
    </p:spTree>
    <p:extLst>
      <p:ext uri="{BB962C8B-B14F-4D97-AF65-F5344CB8AC3E}">
        <p14:creationId xmlns:p14="http://schemas.microsoft.com/office/powerpoint/2010/main" val="4072143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1D223-6A36-CB8B-B80B-11F665D1D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324" y="1043760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02E0F-FF2F-A8FB-2FDD-0AC9FB744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8946" y="2511725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design and develop a centralized Smart City Information Portal.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real-time city information and enhance citizen engagement through digital services.</a:t>
            </a:r>
          </a:p>
        </p:txBody>
      </p:sp>
    </p:spTree>
    <p:extLst>
      <p:ext uri="{BB962C8B-B14F-4D97-AF65-F5344CB8AC3E}">
        <p14:creationId xmlns:p14="http://schemas.microsoft.com/office/powerpoint/2010/main" val="2567995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450D5-6AD1-36A2-722B-3DC27F3D8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184" y="1155958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48047-8618-56E7-4AE4-CFB0A551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7184" y="2525069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City announcements and notifications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Emergency services directory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service information system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 complaint and feedback system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 and facility updates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User-friendly dashboard interface</a:t>
            </a:r>
          </a:p>
        </p:txBody>
      </p:sp>
    </p:spTree>
    <p:extLst>
      <p:ext uri="{BB962C8B-B14F-4D97-AF65-F5344CB8AC3E}">
        <p14:creationId xmlns:p14="http://schemas.microsoft.com/office/powerpoint/2010/main" val="865754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E77BC-5191-C0A6-5A0D-152CFC4FD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4BEB8-8793-FA38-2E45-3D9E53F6C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324" y="1043760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4" name="Content Placeholder 8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25579F3D-E719-4C9C-846C-A1650E5610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844" y="2115047"/>
            <a:ext cx="8622775" cy="4158531"/>
          </a:xfrm>
        </p:spPr>
      </p:pic>
    </p:spTree>
    <p:extLst>
      <p:ext uri="{BB962C8B-B14F-4D97-AF65-F5344CB8AC3E}">
        <p14:creationId xmlns:p14="http://schemas.microsoft.com/office/powerpoint/2010/main" val="3594483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E0012-2D86-0FA8-EDE3-6E5345805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BDA4F55-A21B-EB67-F3F3-0CE3AF95A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5575" y="667910"/>
            <a:ext cx="9832598" cy="559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84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6D447-E51F-A4ED-78EA-C86C339FE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324" y="1181099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B8AF1-14C7-03A2-9D1C-F01598C2F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324" y="2506662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Frontend: React.js, Tailwind CSS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Backend: Node.js, Express.js, JWT Authentication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Database: MongoDB,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Cloudinary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Maps: Google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Maps API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Real-Time: Socket.io, pusher</a:t>
            </a:r>
          </a:p>
        </p:txBody>
      </p:sp>
    </p:spTree>
    <p:extLst>
      <p:ext uri="{BB962C8B-B14F-4D97-AF65-F5344CB8AC3E}">
        <p14:creationId xmlns:p14="http://schemas.microsoft.com/office/powerpoint/2010/main" val="3099306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E0244-CFB6-5DA3-9972-3802CE7B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C8FDF-72ED-4681-9303-302CE128D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1324" y="1181099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AA683-B1C6-0D4B-F70D-F1261A900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1324" y="2506662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 access to city information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digital communication system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Faster service delivery and transparency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Contribution toward smart urban development</a:t>
            </a:r>
          </a:p>
        </p:txBody>
      </p:sp>
    </p:spTree>
    <p:extLst>
      <p:ext uri="{BB962C8B-B14F-4D97-AF65-F5344CB8AC3E}">
        <p14:creationId xmlns:p14="http://schemas.microsoft.com/office/powerpoint/2010/main" val="462288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BAA15CA-3E0F-425C-9050-DAF380C22F68}"/>
              </a:ext>
            </a:extLst>
          </p:cNvPr>
          <p:cNvSpPr/>
          <p:nvPr/>
        </p:nvSpPr>
        <p:spPr>
          <a:xfrm>
            <a:off x="1853979" y="2648561"/>
            <a:ext cx="848404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chemeClr val="bg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THANK YOU!! </a:t>
            </a:r>
            <a:endParaRPr lang="en-US" sz="8800" b="1" cap="none" spc="0" dirty="0">
              <a:ln/>
              <a:solidFill>
                <a:schemeClr val="bg2">
                  <a:lumMod val="5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71216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258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Introduction</vt:lpstr>
      <vt:lpstr>Problem Statement</vt:lpstr>
      <vt:lpstr>Objectives</vt:lpstr>
      <vt:lpstr>Key Features</vt:lpstr>
      <vt:lpstr>Methodology</vt:lpstr>
      <vt:lpstr>PowerPoint Presentation</vt:lpstr>
      <vt:lpstr>Technology Stack</vt:lpstr>
      <vt:lpstr>Expected Outcome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 Kumar Sah</dc:creator>
  <cp:lastModifiedBy>Raja Kumar Sah</cp:lastModifiedBy>
  <cp:revision>14</cp:revision>
  <dcterms:created xsi:type="dcterms:W3CDTF">2026-05-30T11:49:06Z</dcterms:created>
  <dcterms:modified xsi:type="dcterms:W3CDTF">2026-06-19T14:03:03Z</dcterms:modified>
</cp:coreProperties>
</file>